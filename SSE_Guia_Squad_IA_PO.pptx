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SHIELD ENTERPRISE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Guia do Squad de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Agentes 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para o Product Owner orquestrar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desenvolvimento com agentes especializados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  |  Versao 1.0  |  Confidencial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2801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Voce Vai Aprender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97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 o Squad de Agentes IA e por que mudamos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691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subagentes e suas especialidades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228600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286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fluxo diario como Product Owner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40080" y="288036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7180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formular bons pedidos ao squad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40080" y="34747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56616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3474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14 regras inegociaveis do projeto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160520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71600" y="4069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revisao de PR e proximos passos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Mudamos o Modelo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agentes independentes e paralelos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Branches fragmentados e conflitantes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Decisoes tecnicas inconsistentes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Risco alto de retrabalho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Sem rastreabilidade centralizada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DEPOIS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2880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3212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estruturado com Dev Manager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286000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4068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Coordenacao centralizada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697480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 especializada por dominio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108960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4068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via MCP GitHub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520440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4068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Decisoes tecnicas consistentes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Hierarquia de Governanca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188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9476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(Voce)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53712" y="1737360"/>
            <a:ext cx="36576" cy="3657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Shape 6"/>
          <p:cNvSpPr/>
          <p:nvPr/>
        </p:nvSpPr>
        <p:spPr>
          <a:xfrm>
            <a:off x="2286000" y="2103120"/>
            <a:ext cx="457200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Shape 7"/>
          <p:cNvSpPr/>
          <p:nvPr/>
        </p:nvSpPr>
        <p:spPr>
          <a:xfrm>
            <a:off x="2286000" y="2103120"/>
            <a:ext cx="36576" cy="3200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Shape 8"/>
          <p:cNvSpPr/>
          <p:nvPr/>
        </p:nvSpPr>
        <p:spPr>
          <a:xfrm>
            <a:off x="6821424" y="2103120"/>
            <a:ext cx="36576" cy="3200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" name="Shape 9"/>
          <p:cNvSpPr/>
          <p:nvPr/>
        </p:nvSpPr>
        <p:spPr>
          <a:xfrm>
            <a:off x="1097280" y="2423160"/>
            <a:ext cx="2560320" cy="640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5146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423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Projeto (PM)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9728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diario, impedimentos,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tarefas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0" y="2423160"/>
            <a:ext cx="2560320" cy="6400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146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0760" y="2423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Manager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48272" y="3063240"/>
            <a:ext cx="36576" cy="3200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Shape 15"/>
          <p:cNvSpPr/>
          <p:nvPr/>
        </p:nvSpPr>
        <p:spPr>
          <a:xfrm>
            <a:off x="2743200" y="3566160"/>
            <a:ext cx="1463040" cy="59436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363931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200400" y="35661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434840" y="3566160"/>
            <a:ext cx="146304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639312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92040" y="35661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126480" y="3566160"/>
            <a:ext cx="1463040" cy="59436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639312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83680" y="35661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Review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7818120" y="3566160"/>
            <a:ext cx="1463040" cy="594360"/>
          </a:xfrm>
          <a:prstGeom prst="rect">
            <a:avLst/>
          </a:prstGeom>
          <a:solidFill>
            <a:srgbClr val="115E59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3639312"/>
            <a:ext cx="320040" cy="3200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275320" y="35661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3474720" y="3383280"/>
            <a:ext cx="658368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Shape 24"/>
          <p:cNvSpPr/>
          <p:nvPr/>
        </p:nvSpPr>
        <p:spPr>
          <a:xfrm>
            <a:off x="3474720" y="3383280"/>
            <a:ext cx="36576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4" name="Shape 25"/>
          <p:cNvSpPr/>
          <p:nvPr/>
        </p:nvSpPr>
        <p:spPr>
          <a:xfrm>
            <a:off x="5166360" y="3383280"/>
            <a:ext cx="36576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5" name="Shape 26"/>
          <p:cNvSpPr/>
          <p:nvPr/>
        </p:nvSpPr>
        <p:spPr>
          <a:xfrm>
            <a:off x="6858000" y="3383280"/>
            <a:ext cx="36576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6" name="Shape 27"/>
          <p:cNvSpPr/>
          <p:nvPr/>
        </p:nvSpPr>
        <p:spPr>
          <a:xfrm>
            <a:off x="8549640" y="3383280"/>
            <a:ext cx="36576" cy="182880"/>
          </a:xfrm>
          <a:prstGeom prst="rect">
            <a:avLst/>
          </a:prstGeom>
          <a:solidFill>
            <a:srgbClr val="94A3B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4 Subagentes Especializados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19659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280160"/>
            <a:ext cx="640080" cy="640080"/>
          </a:xfrm>
          <a:prstGeom prst="oval">
            <a:avLst/>
          </a:prstGeom>
          <a:solidFill>
            <a:srgbClr val="DC26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3898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Reviewer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51560" y="2468880"/>
            <a:ext cx="9601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4688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036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2688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leaks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64408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bypass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48456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688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32504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32688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expostos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2651760" y="109728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2651760" y="109728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15"/>
          <p:cNvSpPr/>
          <p:nvPr/>
        </p:nvSpPr>
        <p:spPr>
          <a:xfrm>
            <a:off x="3291840" y="1280160"/>
            <a:ext cx="640080" cy="640080"/>
          </a:xfrm>
          <a:prstGeom prst="oval">
            <a:avLst/>
          </a:prstGeom>
          <a:solidFill>
            <a:srgbClr val="0D9488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1389888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74320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Runner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3154680" y="2468880"/>
            <a:ext cx="9601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18"/>
          <p:cNvSpPr/>
          <p:nvPr/>
        </p:nvSpPr>
        <p:spPr>
          <a:xfrm>
            <a:off x="3154680" y="24688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9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920" y="2880360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035808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Jest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8920" y="3264408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035808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80%+</a:t>
            </a:r>
            <a:endParaRPr lang="en-US" sz="10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8920" y="3648456"/>
            <a:ext cx="182880" cy="1828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3035808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testes</a:t>
            </a:r>
            <a:endParaRPr lang="en-US" sz="10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8920" y="4032504"/>
            <a:ext cx="182880" cy="18288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3035808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completo</a:t>
            </a:r>
            <a:endParaRPr lang="en-US" sz="1000" dirty="0"/>
          </a:p>
        </p:txBody>
      </p:sp>
      <p:sp>
        <p:nvSpPr>
          <p:cNvPr id="35" name="Shape 23"/>
          <p:cNvSpPr/>
          <p:nvPr/>
        </p:nvSpPr>
        <p:spPr>
          <a:xfrm>
            <a:off x="4754880" y="109728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4754880" y="109728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Shape 25"/>
          <p:cNvSpPr/>
          <p:nvPr/>
        </p:nvSpPr>
        <p:spPr>
          <a:xfrm>
            <a:off x="5394960" y="1280160"/>
            <a:ext cx="640080" cy="640080"/>
          </a:xfrm>
          <a:prstGeom prst="oval">
            <a:avLst/>
          </a:prstGeom>
          <a:solidFill>
            <a:srgbClr val="7C3AED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04688" y="1389888"/>
            <a:ext cx="411480" cy="4114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84632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Reviewer</a:t>
            </a:r>
            <a:endParaRPr lang="en-US" sz="1200" dirty="0"/>
          </a:p>
        </p:txBody>
      </p:sp>
      <p:sp>
        <p:nvSpPr>
          <p:cNvPr id="40" name="Shape 27"/>
          <p:cNvSpPr/>
          <p:nvPr/>
        </p:nvSpPr>
        <p:spPr>
          <a:xfrm>
            <a:off x="5257800" y="2468880"/>
            <a:ext cx="9601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28"/>
          <p:cNvSpPr/>
          <p:nvPr/>
        </p:nvSpPr>
        <p:spPr>
          <a:xfrm>
            <a:off x="5257800" y="24688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9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2880360"/>
            <a:ext cx="182880" cy="18288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5138928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policies</a:t>
            </a:r>
            <a:endParaRPr lang="en-US" sz="10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2040" y="3264408"/>
            <a:ext cx="182880" cy="182880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5138928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0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2040" y="3648456"/>
            <a:ext cx="182880" cy="182880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5138928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0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2040" y="4032504"/>
            <a:ext cx="182880" cy="182880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5138928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N+1</a:t>
            </a:r>
            <a:endParaRPr lang="en-US" sz="1000" dirty="0"/>
          </a:p>
        </p:txBody>
      </p:sp>
      <p:sp>
        <p:nvSpPr>
          <p:cNvPr id="50" name="Shape 33"/>
          <p:cNvSpPr/>
          <p:nvPr/>
        </p:nvSpPr>
        <p:spPr>
          <a:xfrm>
            <a:off x="6858000" y="109728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34"/>
          <p:cNvSpPr/>
          <p:nvPr/>
        </p:nvSpPr>
        <p:spPr>
          <a:xfrm>
            <a:off x="6858000" y="1097280"/>
            <a:ext cx="1965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2" name="Shape 35"/>
          <p:cNvSpPr/>
          <p:nvPr/>
        </p:nvSpPr>
        <p:spPr>
          <a:xfrm>
            <a:off x="7498080" y="128016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07808" y="1389888"/>
            <a:ext cx="411480" cy="411480"/>
          </a:xfrm>
          <a:prstGeom prst="rect">
            <a:avLst/>
          </a:prstGeom>
        </p:spPr>
      </p:pic>
      <p:sp>
        <p:nvSpPr>
          <p:cNvPr id="54" name="Text 36"/>
          <p:cNvSpPr/>
          <p:nvPr/>
        </p:nvSpPr>
        <p:spPr>
          <a:xfrm>
            <a:off x="694944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Reviewer</a:t>
            </a:r>
            <a:endParaRPr lang="en-US" sz="1200" dirty="0"/>
          </a:p>
        </p:txBody>
      </p:sp>
      <p:sp>
        <p:nvSpPr>
          <p:cNvPr id="55" name="Shape 37"/>
          <p:cNvSpPr/>
          <p:nvPr/>
        </p:nvSpPr>
        <p:spPr>
          <a:xfrm>
            <a:off x="7360920" y="2468880"/>
            <a:ext cx="9601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38"/>
          <p:cNvSpPr/>
          <p:nvPr/>
        </p:nvSpPr>
        <p:spPr>
          <a:xfrm>
            <a:off x="7360920" y="24688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900" dirty="0"/>
          </a:p>
        </p:txBody>
      </p:sp>
      <p:pic>
        <p:nvPicPr>
          <p:cNvPr id="5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95160" y="2880360"/>
            <a:ext cx="182880" cy="182880"/>
          </a:xfrm>
          <a:prstGeom prst="rect">
            <a:avLst/>
          </a:prstGeom>
        </p:spPr>
      </p:pic>
      <p:sp>
        <p:nvSpPr>
          <p:cNvPr id="58" name="Text 39"/>
          <p:cNvSpPr/>
          <p:nvPr/>
        </p:nvSpPr>
        <p:spPr>
          <a:xfrm>
            <a:off x="7242048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vs Client</a:t>
            </a:r>
            <a:endParaRPr lang="en-US" sz="1000" dirty="0"/>
          </a:p>
        </p:txBody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95160" y="3264408"/>
            <a:ext cx="182880" cy="182880"/>
          </a:xfrm>
          <a:prstGeom prst="rect">
            <a:avLst/>
          </a:prstGeom>
        </p:spPr>
      </p:pic>
      <p:sp>
        <p:nvSpPr>
          <p:cNvPr id="60" name="Text 40"/>
          <p:cNvSpPr/>
          <p:nvPr/>
        </p:nvSpPr>
        <p:spPr>
          <a:xfrm>
            <a:off x="7242048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</a:t>
            </a:r>
            <a:endParaRPr lang="en-US" sz="1000" dirty="0"/>
          </a:p>
        </p:txBody>
      </p:sp>
      <p:pic>
        <p:nvPicPr>
          <p:cNvPr id="6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95160" y="3648456"/>
            <a:ext cx="182880" cy="182880"/>
          </a:xfrm>
          <a:prstGeom prst="rect">
            <a:avLst/>
          </a:prstGeom>
        </p:spPr>
      </p:pic>
      <p:sp>
        <p:nvSpPr>
          <p:cNvPr id="62" name="Text 41"/>
          <p:cNvSpPr/>
          <p:nvPr/>
        </p:nvSpPr>
        <p:spPr>
          <a:xfrm>
            <a:off x="7242048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</a:t>
            </a:r>
            <a:endParaRPr lang="en-US" sz="1000" dirty="0"/>
          </a:p>
        </p:txBody>
      </p:sp>
      <p:pic>
        <p:nvPicPr>
          <p:cNvPr id="6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95160" y="4032504"/>
            <a:ext cx="182880" cy="182880"/>
          </a:xfrm>
          <a:prstGeom prst="rect">
            <a:avLst/>
          </a:prstGeom>
        </p:spPr>
      </p:pic>
      <p:sp>
        <p:nvSpPr>
          <p:cNvPr id="64" name="Text 42"/>
          <p:cNvSpPr/>
          <p:nvPr/>
        </p:nvSpPr>
        <p:spPr>
          <a:xfrm>
            <a:off x="7242048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Seu Fluxo Diario como PO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965960" cy="10972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234440"/>
            <a:ext cx="594360" cy="59436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8745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Inicio do Dia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28346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sessao com o PM.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Peca status diario.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2468880"/>
            <a:ext cx="228600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651760" y="109728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651760" y="1097280"/>
            <a:ext cx="196596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Shape 11"/>
          <p:cNvSpPr/>
          <p:nvPr/>
        </p:nvSpPr>
        <p:spPr>
          <a:xfrm>
            <a:off x="3337560" y="1234440"/>
            <a:ext cx="594360" cy="59436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333756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8745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43200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Delegar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788920" y="28346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tarefas ao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Manager.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468880"/>
            <a:ext cx="228600" cy="228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846320" y="109728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846320" y="1097280"/>
            <a:ext cx="196596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17"/>
          <p:cNvSpPr/>
          <p:nvPr/>
        </p:nvSpPr>
        <p:spPr>
          <a:xfrm>
            <a:off x="5532120" y="1234440"/>
            <a:ext cx="594360" cy="59436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24" name="Text 18"/>
          <p:cNvSpPr/>
          <p:nvPr/>
        </p:nvSpPr>
        <p:spPr>
          <a:xfrm>
            <a:off x="553212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87452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37760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Revisar PRs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983480" y="28346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CI, testes,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relatorios dos subagentes.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468880"/>
            <a:ext cx="228600" cy="2286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040880" y="109728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040880" y="1097280"/>
            <a:ext cx="1965960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Shape 23"/>
          <p:cNvSpPr/>
          <p:nvPr/>
        </p:nvSpPr>
        <p:spPr>
          <a:xfrm>
            <a:off x="7726680" y="1234440"/>
            <a:ext cx="594360" cy="59436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32" name="Text 24"/>
          <p:cNvSpPr/>
          <p:nvPr/>
        </p:nvSpPr>
        <p:spPr>
          <a:xfrm>
            <a:off x="772668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22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1874520"/>
            <a:ext cx="320040" cy="32004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32320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Escalacao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7178040" y="28346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Decisoes de produto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a voce.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Formular Bons Pedidos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[Acao] + [Modulo] + [Criterio de Aceite] + [Branch]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PEDIDO VAGO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"Faz o modulo de contractors"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sem escopo, sem criterio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aceite, sem branch definida.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precisa adivinhar tudo.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92024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PEDIDO ESPECIFICO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423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"Implementar CRUD de Contractors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seguindo CustomersModule. Incluir: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controller, DTOs, testes 80%+.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feature/SSE-040-contractors."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657600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03520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Claro, rastreavel, com criterio de aceite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Templates de Sessao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3474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Sessao com o PM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3383280" cy="2651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916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"Voce e o PM do SSE.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git pull e verifique estado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Liste itens P2 pendentes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Verifique PRs abertos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Resumo executivo + proximos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passos."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Sessao com Dev Manager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1600200"/>
            <a:ext cx="3383280" cy="2651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6916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"Voce e o Dev Manager do SSE.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Protocolo de abertura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Implementar [FEATURE]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Acionar subagentes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Abrir PR com descricao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 avisar quando pronto."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Protocolo de Abertura de Sessao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fetch origin &amp;&amp; git pull origin main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-a       # ver branches ativas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 -10  # ultimos commits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Obrigatoria (ordem de prioridade):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320040" cy="320040"/>
          </a:xfrm>
          <a:prstGeom prst="oval">
            <a:avLst/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stack, 14 regras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84448"/>
            <a:ext cx="320040" cy="320040"/>
          </a:xfrm>
          <a:prstGeom prst="oval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84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538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3538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coordenacao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059936"/>
            <a:ext cx="320040" cy="32004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59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0142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docs/PROMPT_FASE{N}.md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0142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da fase ativa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535424"/>
            <a:ext cx="320040" cy="320040"/>
          </a:xfrm>
          <a:prstGeom prst="oval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354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4897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docs/decisions/*.md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44897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 vigentes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14 Regras Inegociaveis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commitar em main direto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051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051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tenant_id + RLS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572768"/>
            <a:ext cx="397764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5727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5727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v7 como PK, DECIMAL para $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572768"/>
            <a:ext cx="397764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5727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15727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CASCADE DELETE em financ.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093976"/>
            <a:ext cx="3977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0939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09397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TenantDatabaseService (nao KNEX)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093976"/>
            <a:ext cx="3977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0939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209397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KNEX_ADMIN so para migrations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15184"/>
            <a:ext cx="397764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61518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261518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tabela? RLS obrigatorio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615184"/>
            <a:ext cx="397764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61518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261518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modulos: PLAN_FEATURES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136392"/>
            <a:ext cx="3977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13639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31363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80%+ coverage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136392"/>
            <a:ext cx="3977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13639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31363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657600"/>
            <a:ext cx="397764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657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3657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commitar .env/secrets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3657600"/>
            <a:ext cx="397764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3657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3657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Mudanca arquitetural = ADR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178808"/>
            <a:ext cx="3977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1788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4400" y="41788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tenant_id nunca em responses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4178808"/>
            <a:ext cx="3977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41788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66360" y="41788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Padrao: CustomersModule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Checklist de Revisao de PR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143000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0515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partir de main atualizada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115568"/>
            <a:ext cx="21031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1155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Manager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618488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52704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em Conventional Commits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591056"/>
            <a:ext cx="21031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9105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Manager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002536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093976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00253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verde (lint + test + build)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2066544"/>
            <a:ext cx="21031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0665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478024"/>
            <a:ext cx="8229600" cy="42062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2569464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47802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com 80%+ coverage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2542032"/>
            <a:ext cx="21031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54203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53512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044952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295351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secrets no diff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3017520"/>
            <a:ext cx="21031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017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429000"/>
            <a:ext cx="8229600" cy="42062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3520440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342900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tabelas tem RLS + tenant_id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3493008"/>
            <a:ext cx="21031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4930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Reviewer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904488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3995928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390448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responsivo e acessivel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3968496"/>
            <a:ext cx="21031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96849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Reviewer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379976"/>
            <a:ext cx="8229600" cy="42062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" y="4471416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" y="437997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Descricao do PR: o que + por que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00800" y="4443984"/>
            <a:ext cx="210312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444398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Manager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Proximos Passos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783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primeira sessao com o PM para status diario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774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2331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os 4 itens P2 pendentes ao Dev Manager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2608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2880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PRs usando o checklist deste guia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7472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1600" y="3429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docs/SSE_Templates_Sessao_Agentes.md para templates prontos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7"/>
          <p:cNvSpPr/>
          <p:nvPr/>
        </p:nvSpPr>
        <p:spPr>
          <a:xfrm>
            <a:off x="73152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Shield Enterprise  |  Confidencial  |  Abril 2026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SSE - Guia do Squad de Agentes IA</dc:title>
  <dc:subject>PptxGenJS Presentation</dc:subject>
  <dc:creator>Luigi Filippozzi</dc:creator>
  <cp:lastModifiedBy>Luigi Filippozzi</cp:lastModifiedBy>
  <cp:revision>1</cp:revision>
  <dcterms:created xsi:type="dcterms:W3CDTF">2026-04-09T02:25:13Z</dcterms:created>
  <dcterms:modified xsi:type="dcterms:W3CDTF">2026-04-09T02:25:13Z</dcterms:modified>
</cp:coreProperties>
</file>